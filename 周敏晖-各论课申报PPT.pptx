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A478A"/>
                </a:solidFill>
                <a:latin typeface="微软雅黑"/>
              </a:rPr>
              <a:t>从组织路线到组织再造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55555"/>
                </a:solidFill>
                <a:latin typeface="微软雅黑"/>
              </a:rPr>
              <a:t>习近平基层党建工作思想的继承与发展
—— 上海商学院各论课申报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微软雅黑"/>
              </a:rPr>
              <a:t>课程负责人：周敏晖  |  上海商学院马克思主义学院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478A"/>
                </a:solidFill>
                <a:latin typeface="微软雅黑"/>
              </a:rPr>
              <a:t>课程基本信息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课程名称：从组织路线到组织再造：习近平基层党建工作思想的继承与发展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课程性质：思想政治理论课各论（专题选修）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学分/学时：2 学分 / 32 学时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授课对象：全校本科（商科背景为主）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课程负责人：周敏晖（副教授、法学博士）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所在单位：上海商学院马克思主义学院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3716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一、课程定位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478A"/>
                </a:solidFill>
                <a:latin typeface="微软雅黑"/>
              </a:rPr>
              <a:t>为何开设本课？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回答核心问题：习近平基层党建工作思想如何继承百年组织路线？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区别于习概论：专讲基层党建，以组织学切口深入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区别于一般各论：有田野案例、有原创框架、有实践基地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服务上商特色：商科学生理解组织、治理与服务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478A"/>
                </a:solidFill>
                <a:latin typeface="微软雅黑"/>
              </a:rPr>
              <a:t>课程简介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以负责人在城市社区基层党建与组织再造领域长期研究为基础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提出【谱系—再造—落地】三链分析模型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以上海J街道团队党建为核心样本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结合言子书院开展【行走的思政课】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实现研究特色、理论深度与实践育人统一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3716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二、特色研究框架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478A"/>
                </a:solidFill>
                <a:latin typeface="微软雅黑"/>
              </a:rPr>
              <a:t>【谱系—再造—落地】三链模型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【谱系链】继承什么 — 百年组织路线演进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  支部建在连上 → 单位制党建 → 社区党建 → 新时代党建引领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【再造链】如何创新 — 以政党为中心的再组织化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  组织弱化 → 组织再造 → 团队党建（趣缘党建）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【落地链】怎样见效 — 组织力转化为治理效能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  组织嵌入 · 理念引领 · 活动聚焦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  主体之维 · 过程之维 · 文化之维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478A"/>
                </a:solidFill>
                <a:latin typeface="微软雅黑"/>
              </a:rPr>
              <a:t>课堂分析工具箱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工具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来源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组织力三路径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组织嵌入、理念引领、活动聚焦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《理论导刊》2020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团队党建三机制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支部领导团队、党员融入团队、团队凝聚群众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《当代世界社会主义问题》2019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共同体三维度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主体之维、过程之维、文化之维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《党政研究》2025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3716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三、负责人研究基础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478A"/>
                </a:solidFill>
                <a:latin typeface="微软雅黑"/>
              </a:rPr>
              <a:t>研究成果与课程对照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4180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成果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与课程关系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专著《城市社区治理的组织再造研究》2022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课程理论内核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《以政党为中心的城市社区再组织化》2020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谱系链主线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《团队党建：城市社区党建工作的新探索》2019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核心案例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《组织力提升路径探析》2020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落地链工具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《构建城市社区共同体：党建何以引领》2025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三维分析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言子书院【行走的思政课】2025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实践教学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3716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四、教学内容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478A"/>
                </a:solidFill>
                <a:latin typeface="微软雅黑"/>
              </a:rPr>
              <a:t>16周教学安排（节选）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180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周次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专题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三链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导论、百年组织路线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谱系链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3-6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组织弱化、组织再造、团队党建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再造链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三路径、主体—过程—文化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落地链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习论述、自我革命、新兴领域党建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综合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言子书院行走思政课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实践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13-16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案例汇报、结课答辩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555"/>
                          </a:solidFill>
                          <a:latin typeface="微软雅黑"/>
                        </a:rPr>
                        <a:t>综合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3716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五、课程创新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478A"/>
                </a:solidFill>
                <a:latin typeface="微软雅黑"/>
              </a:rPr>
              <a:t>五大创新点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① 理论框架原创：【谱系—再造—落地】三链模型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② 研究成果转化：专著+CSSCI论文直接进课堂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③ 案例资源独占：上海J街道团队党建长期跟踪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④ 商科院校特色：组织管理视角解读基层党建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⑤ 实践教学基础：言子书院行走思政课已落地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478A"/>
                </a:solidFill>
                <a:latin typeface="微软雅黑"/>
              </a:rPr>
              <a:t>考核方式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平时成绩 20% — 课堂运用三链模型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案例分析作业 30% — 2000字，运用三路径/三维度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行走思政课反思 10% — 1000字实践记录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期末案例研究 40% — 5000字，必用三链模型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478A"/>
                </a:solidFill>
                <a:latin typeface="微软雅黑"/>
              </a:rPr>
              <a:t>预期建设成果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1套完整教案与PPT（含三链模型）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1—2个本土实践教学基地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学生优秀案例报告汇编1册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教改论文或教改项目1项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微软雅黑"/>
              </a:rPr>
              <a:t>可复制的【研教一体】各论课范式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A478A"/>
                </a:solidFill>
                <a:latin typeface="微软雅黑"/>
              </a:rP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55555"/>
                </a:solidFill>
                <a:latin typeface="微软雅黑"/>
              </a:rPr>
              <a:t>敬请各位专家批评指正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微软雅黑"/>
              </a:rPr>
              <a:t>课程负责人：周敏晖  |  上海商学院马克思主义学院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